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6405"/>
  </p:normalViewPr>
  <p:slideViewPr>
    <p:cSldViewPr snapToGrid="0">
      <p:cViewPr>
        <p:scale>
          <a:sx n="106" d="100"/>
          <a:sy n="106" d="100"/>
        </p:scale>
        <p:origin x="69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7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3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7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41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00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7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4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5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646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8647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194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65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34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80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37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2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5B1BF-8843-2495-FDEC-EB84D8817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9582" y="2328111"/>
            <a:ext cx="6112836" cy="1552074"/>
          </a:xfrm>
        </p:spPr>
        <p:txBody>
          <a:bodyPr>
            <a:normAutofit fontScale="90000"/>
          </a:bodyPr>
          <a:lstStyle/>
          <a:p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</a:t>
            </a:r>
            <a:b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ВИСЕЛИЦА</a:t>
            </a:r>
            <a:r>
              <a:rPr lang="ru-RU" sz="60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/>
              <a:t>лабораторная </a:t>
            </a:r>
            <a:r>
              <a:rPr lang="en-US" sz="1600" dirty="0"/>
              <a:t>№</a:t>
            </a:r>
            <a:r>
              <a:rPr lang="ru-RU" sz="16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A71D5-7AE1-7B02-A5BC-3ED675301EC8}"/>
              </a:ext>
            </a:extLst>
          </p:cNvPr>
          <p:cNvSpPr txBox="1"/>
          <p:nvPr/>
        </p:nvSpPr>
        <p:spPr>
          <a:xfrm>
            <a:off x="-2719137" y="4895924"/>
            <a:ext cx="1219200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19475">
              <a:lnSpc>
                <a:spcPct val="115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Выполнили студенты ИТ-8, 1 курс</a:t>
            </a:r>
            <a:endParaRPr lang="ru-R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19475">
              <a:lnSpc>
                <a:spcPct val="115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Семенищева Наталья</a:t>
            </a:r>
          </a:p>
          <a:p>
            <a:pPr marL="3419475">
              <a:lnSpc>
                <a:spcPct val="115000"/>
              </a:lnSpc>
            </a:pP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Исаков Кирилл</a:t>
            </a:r>
          </a:p>
          <a:p>
            <a:pPr marL="3419475">
              <a:lnSpc>
                <a:spcPct val="115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Попов 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Артем</a:t>
            </a:r>
            <a:endParaRPr lang="ru-R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19475">
              <a:lnSpc>
                <a:spcPct val="115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 Иванова Е.А.</a:t>
            </a:r>
            <a:endParaRPr lang="ru-R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40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B68D0C4-D2B6-7439-CD2A-D7755FD85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960521"/>
            <a:ext cx="10363826" cy="4936957"/>
          </a:xfrm>
          <a:scene3d>
            <a:camera prst="orthographicFront">
              <a:rot lat="0" lon="299988" rev="0"/>
            </a:camera>
            <a:lightRig rig="threePt" dir="t"/>
          </a:scene3d>
        </p:spPr>
        <p:txBody>
          <a:bodyPr/>
          <a:lstStyle/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ель: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Игру </a:t>
            </a:r>
            <a:r>
              <a:rPr lang="ru-RU" b="0" i="0" dirty="0">
                <a:solidFill>
                  <a:srgbClr val="2C2D2E"/>
                </a:solidFill>
                <a:effectLst/>
                <a:latin typeface="Arial" panose="020B0604020202020204" pitchFamily="34" charset="0"/>
              </a:rPr>
              <a:t>«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Виселица»</a:t>
            </a:r>
          </a:p>
          <a:p>
            <a:pPr marL="0" indent="0">
              <a:buNone/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адачи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аписать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Работы Программы</a:t>
            </a:r>
          </a:p>
          <a:p>
            <a:pPr marL="0" indent="0"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-Подготовить Репозиторий</a:t>
            </a:r>
          </a:p>
          <a:p>
            <a:pPr marL="0" indent="0"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-Сделать отчет и презентацию</a:t>
            </a:r>
          </a:p>
          <a:p>
            <a:pPr marL="0" indent="0">
              <a:buNone/>
            </a:pP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игры:</a:t>
            </a:r>
          </a:p>
          <a:p>
            <a:pPr marL="0" indent="0"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 пытается угадать слово, которое выбрал компьютер, по буквам. За каждую ошибку игроку начисляется штраф, и он приближается к проигрышу</a:t>
            </a:r>
          </a:p>
        </p:txBody>
      </p:sp>
    </p:spTree>
    <p:extLst>
      <p:ext uri="{BB962C8B-B14F-4D97-AF65-F5344CB8AC3E}">
        <p14:creationId xmlns:p14="http://schemas.microsoft.com/office/powerpoint/2010/main" val="3869002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B0FA9-5CC1-C23D-2F7E-4805BF8F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программы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409F0B-3FAC-C8E5-4A18-11C9D6FC4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36" y="2469257"/>
            <a:ext cx="6810313" cy="3971334"/>
          </a:xfrm>
          <a:prstGeom prst="rect">
            <a:avLst/>
          </a:prstGeom>
        </p:spPr>
      </p:pic>
      <p:pic>
        <p:nvPicPr>
          <p:cNvPr id="10" name="Объект 4">
            <a:extLst>
              <a:ext uri="{FF2B5EF4-FFF2-40B4-BE49-F238E27FC236}">
                <a16:creationId xmlns:a16="http://schemas.microsoft.com/office/drawing/2014/main" id="{47B343F6-7083-E17D-8D04-A6EF8E332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2" y="2469257"/>
            <a:ext cx="5362864" cy="397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2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4210F-0954-7CA7-29FD-E4176DA4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работы игры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32BAFE-7DD2-BB36-2094-14E26781B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787" y="4275232"/>
            <a:ext cx="5763662" cy="20894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980D58-2322-CF98-66D7-B94A30C7C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787" y="2410774"/>
            <a:ext cx="5752425" cy="16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7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3CF6176-1CBA-F9E2-7B02-7629460804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45166547"/>
              </p:ext>
            </p:extLst>
          </p:nvPr>
        </p:nvGraphicFramePr>
        <p:xfrm>
          <a:off x="1046742" y="5041231"/>
          <a:ext cx="10202778" cy="161223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89649">
                  <a:extLst>
                    <a:ext uri="{9D8B030D-6E8A-4147-A177-3AD203B41FA5}">
                      <a16:colId xmlns:a16="http://schemas.microsoft.com/office/drawing/2014/main" val="3625159552"/>
                    </a:ext>
                  </a:extLst>
                </a:gridCol>
                <a:gridCol w="2931255">
                  <a:extLst>
                    <a:ext uri="{9D8B030D-6E8A-4147-A177-3AD203B41FA5}">
                      <a16:colId xmlns:a16="http://schemas.microsoft.com/office/drawing/2014/main" val="2354982828"/>
                    </a:ext>
                  </a:extLst>
                </a:gridCol>
                <a:gridCol w="4981874">
                  <a:extLst>
                    <a:ext uri="{9D8B030D-6E8A-4147-A177-3AD203B41FA5}">
                      <a16:colId xmlns:a16="http://schemas.microsoft.com/office/drawing/2014/main" val="3161903658"/>
                    </a:ext>
                  </a:extLst>
                </a:gridCol>
              </a:tblGrid>
              <a:tr h="403058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ОТВЕТСТВЕННЫЙ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РЕАЛИЗОВАНО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53469"/>
                  </a:ext>
                </a:extLst>
              </a:tr>
              <a:tr h="403058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feature/word-list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Семенищева Наталья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Список слов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377997"/>
                  </a:ext>
                </a:extLst>
              </a:tr>
              <a:tr h="403058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feature/</a:t>
                      </a:r>
                      <a:r>
                        <a:rPr lang="en-GB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ui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-input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Попов Артем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Ввод и проверка букв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388717"/>
                  </a:ext>
                </a:extLst>
              </a:tr>
              <a:tr h="403058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feature/game-logic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Исаков Кирилл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Условия победы/проигрыша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315305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DE802B-73A1-CE85-9189-4C1B43B52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54" y="84221"/>
            <a:ext cx="8582441" cy="482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9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5BE3F-B313-C519-483E-AD47A467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01AF26-E3CA-7A57-DE68-D36B029229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49999"/>
            <a:ext cx="10363826" cy="3424107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«Виселица» </a:t>
            </a:r>
            <a:r>
              <a:rPr lang="ru-RU" sz="2400" b="0" i="0" cap="non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</a:t>
            </a:r>
            <a:r>
              <a:rPr lang="ru-RU" sz="24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b="0" i="0" cap="non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еализован:</a:t>
            </a:r>
            <a:b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Применены основы </a:t>
            </a:r>
            <a:r>
              <a:rPr lang="en-GB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троки, циклы, функции, условия);</a:t>
            </a:r>
            <a:b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Организована командная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азработка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ерез </a:t>
            </a:r>
            <a:r>
              <a:rPr lang="en-GB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Git-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ветки;</a:t>
            </a:r>
            <a:b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Обеспечена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орректная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бработка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ользовательского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вода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b="0" i="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гровая Логика.</a:t>
            </a:r>
            <a:endParaRPr lang="ru-RU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61237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{E5B21D4E-1EF7-7A49-B9FC-7B2221E7605C}tf10001073</Template>
  <TotalTime>2416</TotalTime>
  <Words>158</Words>
  <Application>Microsoft Macintosh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Tw Cen MT</vt:lpstr>
      <vt:lpstr>Капля</vt:lpstr>
      <vt:lpstr>Игра  «ВИСЕЛИЦА» лабораторная №6</vt:lpstr>
      <vt:lpstr>Презентация PowerPoint</vt:lpstr>
      <vt:lpstr>Код программы</vt:lpstr>
      <vt:lpstr>Пример работы игры</vt:lpstr>
      <vt:lpstr>Презентация PowerPoint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 «ВИСЕЛИЦА» лабораторная №6</dc:title>
  <dc:creator>Microsoft Office User</dc:creator>
  <cp:lastModifiedBy>Microsoft Office User</cp:lastModifiedBy>
  <cp:revision>5</cp:revision>
  <dcterms:created xsi:type="dcterms:W3CDTF">2025-11-12T17:11:40Z</dcterms:created>
  <dcterms:modified xsi:type="dcterms:W3CDTF">2025-11-14T09:28:30Z</dcterms:modified>
</cp:coreProperties>
</file>